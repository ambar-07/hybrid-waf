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8FF"/>
                </a:solidFill>
              </a:rPr>
              <a:t>WEB APPLICATION FIREWALL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548640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8C8"/>
                </a:solidFill>
              </a:rPr>
              <a:t>Intelligent Threat Detection via Signature Matching &amp;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Submitted by: [Team Names]  |  Guided by: Dr. [Guide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FF"/>
                </a:solidFill>
              </a:rPr>
              <a:t>Dept. of CSE  |  Academic Year 2025–26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54864" cy="5486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01  Problem Statement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8C8"/>
                </a:solidFill>
              </a:rPr>
              <a:t>02  Proposed Hybrid-WAF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03  Signature Engine &amp; Rule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8C8"/>
                </a:solidFill>
              </a:rPr>
              <a:t>04  Machine Learning Module (Isolation Forest)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05  Fusion Layer &amp; Decision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8C8"/>
                </a:solidFill>
              </a:rPr>
              <a:t>06  Implementation Stack &amp; Live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07  Results &amp; Performance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8C8"/>
                </a:solidFill>
              </a:rPr>
              <a:t>08  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2560320" cy="2926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Detection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749039" cy="530352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749039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44168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Signature-Based WAF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✓ Fast &amp; precise for known threats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✗ Blind to zero-day exploits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96896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✗ Defeated by polymorphic payloads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34440"/>
            <a:ext cx="3749039" cy="530352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3749039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344168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Anomaly-Based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82880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✓ Detects novel/unknown attacks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12848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✗ High false-positive 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596896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✗ Disrupts legitimate traffic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234440"/>
            <a:ext cx="3749039" cy="530352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749039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344168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The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82880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No single approach is sufficient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212848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Attackers exploit the blind spots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596896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Need: Unified intelligent WAF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2560320" cy="2926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Hybrid-WAF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2560320"/>
            <a:ext cx="1600200" cy="109728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260604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Network Traffic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346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8FF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2560320"/>
            <a:ext cx="1600200" cy="109728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260604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Capture Engine
(Scapy)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8346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8FF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2560320"/>
            <a:ext cx="1600200" cy="109728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60604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 Extractor
(19 Features)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8346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8FF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80" y="2560320"/>
            <a:ext cx="1600200" cy="10972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260604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Signature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8346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8FF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2560320"/>
            <a:ext cx="1600200" cy="109728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260604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ML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8346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8FF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2560320"/>
            <a:ext cx="1600200" cy="1097280"/>
          </a:xfrm>
          <a:prstGeom prst="rect">
            <a:avLst/>
          </a:prstGeom>
          <a:solidFill>
            <a:srgbClr val="00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260604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Fusion Layer
(Risk Score)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28346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8FF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52760" y="2560320"/>
            <a:ext cx="1600200" cy="109728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52760" y="260604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Block / Allow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776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0B8C8"/>
                </a:solidFill>
              </a:rPr>
              <a:t>Parallel dual-engine analysis with intelligent Fusion Layer arbitration.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2560320" cy="2926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ENGINE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Signature Engine — Rule-Based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530352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57784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441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Regex patterns loaded from YAML rule files.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Rules have weighted severity scores (1–10).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96896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Cumulative score triggers Block decision.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80944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Supports multi-pattern collaborative matching.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64992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Targets: SQLi, XSS, Path Traversal, RFI.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5577840" cy="246888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557784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441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Attack Example — SQL Injection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Input: ' OR 1=1; DROP TABLE users--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12848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Rule Hit: UNION + DROP keywords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96896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Score: 9/10 → Instant Block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86200"/>
            <a:ext cx="5577840" cy="265176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86200"/>
            <a:ext cx="557784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959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Attack Example — XSS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8056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Input: &lt;script&gt;alert('xss')&lt;/script&gt;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64608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Rule Hit: &lt;script&gt; tag pattern matched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248656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Score: 8/10 → Blocked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2560320" cy="2926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ENGINE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ML Module — Isolation Forest Anomaly Detector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530352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57784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441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Why Isolation Forest?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Unsupervised: No labeled attack data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Isolates anomalies via random binary splitting.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96896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Short path length → High anomaly score.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80944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Linear time O(n) — ideal for real-time.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64992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Trained on CICIDS2017 (80 → 19 features).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5577840" cy="237744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557784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441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Key Features Extracted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Flow IAT Mean &amp; Std (bot detection)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12848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Bwd Packet Length (exfiltration)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96896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SYN/ACK/PSH Flags (scanning)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94760"/>
            <a:ext cx="5577840" cy="274320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794760"/>
            <a:ext cx="557784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044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Model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8912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Estimators: 100 Trees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73168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Contamination Factor: 0.05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57216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Sliding Window: Last 1000 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541264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Score: 0.0 (safe) → 1.0 (anomalous)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2560320" cy="2926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DECISION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Fusion Layer — Intelligent Arbitration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9144000" cy="91440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463040"/>
            <a:ext cx="73152" cy="914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</a:rPr>
              <a:t>Risk Score  =  (0.55 × Rule Score)  +  (0.45 × ML Score)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2743200" cy="594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Signature 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71576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Immediate Block — no ML check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10712"/>
            <a:ext cx="2743200" cy="59436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502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Score &gt; 0.75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5204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Block — High confidence from both engines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15384"/>
            <a:ext cx="2743200" cy="59436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30682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Score 0.45 – 0.75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32511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Flag &amp; Alert — Human review recommended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20056"/>
            <a:ext cx="2743200" cy="594360"/>
          </a:xfrm>
          <a:prstGeom prst="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11149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Score &lt; 0.45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12978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Allow — Benign traffic pattern detected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2560320" cy="2926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 &amp; Live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657600" cy="109728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657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🐍  Python 3.10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Core logic &amp; orchestration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399" y="1325880"/>
            <a:ext cx="3657600" cy="109728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399" y="1325880"/>
            <a:ext cx="3657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417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📡  Scapy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874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Live packet sniffing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38" y="1325880"/>
            <a:ext cx="3657600" cy="109728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38" y="1325880"/>
            <a:ext cx="3657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198" y="1417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🤖  Scikit-Learn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198" y="1874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Isolation Forest ML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97480"/>
            <a:ext cx="3657600" cy="109728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697480"/>
            <a:ext cx="3657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7889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⚡  Pandas / NumPy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2461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High-speed feature extraction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399" y="2697480"/>
            <a:ext cx="3657600" cy="109728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399" y="2697480"/>
            <a:ext cx="3657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27889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📊  Streamlit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32461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Real-time security dashboard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38" y="2697480"/>
            <a:ext cx="3657600" cy="109728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38" y="2697480"/>
            <a:ext cx="36576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198" y="27889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📁  PyYAML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198" y="32461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Rule configuration management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06240"/>
            <a:ext cx="11338560" cy="237744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206240"/>
            <a:ext cx="1133856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3159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Dashboard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006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Live Traffic Ticker — real-time allow/block feed with IP, method, path.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1846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Threat Heatmap — visualizes attack density by source IP and time.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5686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AI Explainability — human-readable reasoning for every ML decision.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2560320" cy="2926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&amp; Performance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43200" cy="146304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743200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C8FF"/>
                </a:solidFill>
              </a:rPr>
              <a:t>99.1%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8"/>
                </a:solidFill>
              </a:rPr>
              <a:t>Detection Recall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2743200" cy="146304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280160"/>
            <a:ext cx="2743200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463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C8FF"/>
                </a:solidFill>
              </a:rPr>
              <a:t>97.25%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8"/>
                </a:solidFill>
              </a:rPr>
              <a:t>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2743200" cy="146304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743200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463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C8FF"/>
                </a:solidFill>
              </a:rPr>
              <a:t>0.28%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8"/>
                </a:solidFill>
              </a:rPr>
              <a:t>False Positive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280160"/>
            <a:ext cx="2743200" cy="146304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280160"/>
            <a:ext cx="2743200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463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C8FF"/>
                </a:solidFill>
              </a:rPr>
              <a:t>12ms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8"/>
                </a:solidFill>
              </a:rPr>
              <a:t>Avg. Latency / Packet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26080"/>
            <a:ext cx="5577840" cy="365760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926080"/>
            <a:ext cx="557784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0358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Security Benchmarking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520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Tested against: Slowloris DoS, SQLmap, Nmap scans.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04488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Detected 3/5 novel Zero-Day SQLi bypass attempts.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88536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Outperforms standalone ModSecurity for novel threats.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672584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Confusion Matrix: TP=4955, FP=140, TN=49860, FN=45.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926080"/>
            <a:ext cx="5577840" cy="365760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2926080"/>
            <a:ext cx="557784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0358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System Overhead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520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Memory: ~450 MB (model + flow buffers).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904488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CPU: ~15% on i7 at 100 req/sec load.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88536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12ms overhead vs 8ms (signature-only).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672584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Trade-off justified by detection gains.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2560320" cy="2926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 &amp;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530352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57784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441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No TLS decryption for HTTPS inspection.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Training data bias from CICIDS2017.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96896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High memory for large flow windows.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80944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0B8C8"/>
                </a:solidFill>
              </a:rPr>
              <a:t>▸  Single-node — no distributed support yet.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1005840" cy="100584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5087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463040"/>
            <a:ext cx="4480560" cy="54864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5087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TLS inspection with root CA integration.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514600"/>
            <a:ext cx="1005840" cy="100584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7889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2743200"/>
            <a:ext cx="4480560" cy="54864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27889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Federated learning across WAF nodes.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94760"/>
            <a:ext cx="1005840" cy="100584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069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4023360"/>
            <a:ext cx="4480560" cy="54864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40690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LLM-powered incident post-mortems.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5074920"/>
            <a:ext cx="1005840" cy="100584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53492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5303520"/>
            <a:ext cx="4480560" cy="548640"/>
          </a:xfrm>
          <a:prstGeom prst="rect">
            <a:avLst/>
          </a:prstGeom>
          <a:solidFill>
            <a:srgbClr val="1A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53492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FPGA/SmartNIC hardware acceleration.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657600"/>
            <a:ext cx="667512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B0B8C8"/>
                </a:solidFill>
              </a:rPr>
              <a:t>Questions &amp; Discussion 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3AFF"/>
                </a:solidFill>
              </a:rPr>
              <a:t>Hybrid-WAF  ·  Intelligent Web Security  ·  CSE Dept. 2025–26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